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C2F0AD-A794-404A-BE94-6380FFDEDA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CCD4B0-C861-4AE0-AB16-ABAF2EDE16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E7A72EC-ADA5-4CA2-9530-3E10FFFC4B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43D5CD5-2568-4F16-BA46-A61CFBF3C6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A96BC7E-F44E-4FD4-B6DF-C25BCC4842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7E160F7-12B3-4705-BE78-37DF5D6926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9F2DAB8-1947-4096-88B6-C368627622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ADD253A-DD2A-483E-858D-ED60D13468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002F989-4E1A-40FC-9965-2C15228544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47927D2-85B0-4438-8AC5-01B79403D9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9662CFA-EAFB-41DC-BA37-3218634572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F5AC18-F8EC-4CC6-B189-466145AB839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0FC9B1-B4CB-44CE-BF43-59FA23C71E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A02676-3AAC-4FA7-B367-89D857BD3F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346F38-C8E2-4891-A58D-D8FB3FA8513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05A1CD-19CD-4A4A-86F7-DC9B61ADFED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F74D36-9081-4AF1-B219-1F7F0E386AC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8FE0F6-B1FA-4D36-B0EF-E0BD079478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38FEF6-C984-47C0-BE8E-348C754527B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E88634-B3F9-4821-AEB7-860EF250153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218098-A826-457D-96A4-7B139206B25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709928-D7ED-4216-A4C8-81A620FFBD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EVAS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Exam Administration Verification System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SEKU Innovation Challenge 2026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Problem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Manual verification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Congestion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Missing marks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Weak tracking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Solution (EVAS)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QR Exam Cards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Real-time scanning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Automated eligibility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Digital reports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System Architecture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React Native App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Node.js API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MongoDB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PDF Reports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Student Login Screen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6" name="Picture 2" descr="WhatsApp Image 2026-04-10 at 13.26.41.jpeg"/>
          <p:cNvPicPr/>
          <p:nvPr/>
        </p:nvPicPr>
        <p:blipFill>
          <a:blip r:embed="rId1"/>
          <a:stretch/>
        </p:blipFill>
        <p:spPr>
          <a:xfrm>
            <a:off x="914400" y="1371600"/>
            <a:ext cx="5486040" cy="1189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Staff Login Screen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8" name="Picture 2" descr="WhatsApp Image 2026-04-10 at 13.26.41 (1).jpeg"/>
          <p:cNvPicPr/>
          <p:nvPr/>
        </p:nvPicPr>
        <p:blipFill>
          <a:blip r:embed="rId1"/>
          <a:stretch/>
        </p:blipFill>
        <p:spPr>
          <a:xfrm>
            <a:off x="914400" y="1371600"/>
            <a:ext cx="5486040" cy="1189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Student Dashboard &amp; Eligibility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0" name="Picture 2" descr="WhatsApp Image 2026-04-10 at 13.26.40.jpeg"/>
          <p:cNvPicPr/>
          <p:nvPr/>
        </p:nvPicPr>
        <p:blipFill>
          <a:blip r:embed="rId1"/>
          <a:stretch/>
        </p:blipFill>
        <p:spPr>
          <a:xfrm rot="21594000">
            <a:off x="876240" y="-1840680"/>
            <a:ext cx="5486040" cy="1189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Exam Card (Placeholder)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[Insert Exam Card Screenshot Here]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QR Scan (Placeholder)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[Insert Scan Screen Screenshot Here]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Reports (Placeholder)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[Insert Report PDF Screenshot Here]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Impact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Faster exams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No missing marks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Better compliance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Reduced workload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2026-04-10T14:30:51Z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